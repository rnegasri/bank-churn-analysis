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-101" y="-4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Customer Churn Analysis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Assignment Submission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Prepared by: Nega </a:t>
            </a:r>
            <a:r>
              <a:rPr>
                <a:latin typeface="Times New Roman" pitchFamily="18" charset="0"/>
                <a:cs typeface="Times New Roman" pitchFamily="18" charset="0"/>
              </a:rPr>
              <a:t>Sri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Data Cleaning –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1. Missing values in EstimatedSalary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___</a:t>
            </a:r>
            <a:endParaRPr u="sng"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All missing values were replaced using column average.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Data Cleaning – Inconsistent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2. Average Balance (excluding inconsistent value</a:t>
            </a:r>
            <a:r>
              <a:rPr>
                <a:latin typeface="Times New Roman" pitchFamily="18" charset="0"/>
                <a:cs typeface="Times New Roman" pitchFamily="18" charset="0"/>
              </a:rPr>
              <a:t>)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= 128,388.866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This value replaced the inconsistent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Average Credit Score – Germany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3. Average Credit Score (Germany)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579.6942675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___</a:t>
            </a:r>
            <a:endParaRPr u="sn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Average Balance – Male Customers (France)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4. Average Balance (Male – France)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133204.7601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u="sn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Churned Customers with Credit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5. Number of churned customers (HasCrCard = 1) </a:t>
            </a:r>
            <a:r>
              <a:rPr>
                <a:latin typeface="Times New Roman" pitchFamily="18" charset="0"/>
                <a:cs typeface="Times New Roman" pitchFamily="18" charset="0"/>
              </a:rPr>
              <a:t>=</a:t>
            </a:r>
            <a:r>
              <a:rPr u="sng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131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u="sn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Customers Stayed – 3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6. Customers who stayed (3 products)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Credit Score – Churned (Tenure =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7. Average Credit Score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616.8333333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__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Average Salary – Churned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8. Average Salary of Churned Customers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83438.10219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u="sn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Average Credit Score by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9.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France </a:t>
            </a:r>
            <a:r>
              <a:rPr>
                <a:latin typeface="Times New Roman" pitchFamily="18" charset="0"/>
                <a:cs typeface="Times New Roman" pitchFamily="18" charset="0"/>
              </a:rPr>
              <a:t>=</a:t>
            </a:r>
            <a:r>
              <a:rPr u="sng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592.5497076 </a:t>
            </a:r>
            <a:endParaRPr u="sng"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Germany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___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579.6942675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_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Spain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__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600.9883721 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__</a:t>
            </a:r>
            <a:endParaRPr u="sn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Average Balance by Gender &amp;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10.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France – Male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133204.7601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| Female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129576.9885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Germany – Male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128591.0247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| Female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140888.2783 </a:t>
            </a:r>
            <a:endParaRPr u="sng"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Spain – Male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120986.2375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| Female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119558.1591 </a:t>
            </a:r>
            <a:endParaRPr u="sn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Active vs Non‑Active Members (Credit Card)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11. Distribution analysis using Pivot Table.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Observation</a:t>
            </a:r>
            <a:r>
              <a:rPr>
                <a:latin typeface="Times New Roman" pitchFamily="18" charset="0"/>
                <a:cs typeface="Times New Roman" pitchFamily="18" charset="0"/>
              </a:rPr>
              <a:t>: </a:t>
            </a:r>
            <a:r>
              <a:rPr u="sng" smtClean="0">
                <a:latin typeface="Times New Roman" pitchFamily="18" charset="0"/>
                <a:cs typeface="Times New Roman" pitchFamily="18" charset="0"/>
              </a:rPr>
              <a:t>___</a:t>
            </a:r>
            <a:r>
              <a:rPr lang="en-US" b="1" u="sng" dirty="0" smtClean="0"/>
              <a:t>500</a:t>
            </a:r>
            <a:r>
              <a:rPr lang="en-US" u="sng" dirty="0" smtClean="0"/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_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Churn Rate per Number of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12.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1 Product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/>
              <a:t>55.20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%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2 Products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/>
              <a:t>54.81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%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3 Products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/>
              <a:t>55.08% 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4 Products </a:t>
            </a:r>
            <a:r>
              <a:rPr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/>
              <a:t>52.46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%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Credit Score vs Tenure &amp; Exit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13. Comparison of average credit score across tenure for: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Exited vs Stayed customers.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1 –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14. Difference in Average Earnings (Churned vs Not Churned)</a:t>
            </a:r>
          </a:p>
          <a:p>
            <a:r>
              <a:t>p-value </a:t>
            </a:r>
            <a:r>
              <a:rPr/>
              <a:t>= </a:t>
            </a:r>
            <a:r>
              <a:rPr u="sng" smtClean="0"/>
              <a:t>__</a:t>
            </a:r>
            <a:r>
              <a:rPr lang="en-US" u="sng" dirty="0" smtClean="0"/>
              <a:t>0.210251146 </a:t>
            </a:r>
            <a:r>
              <a:rPr u="sng" smtClean="0"/>
              <a:t>__</a:t>
            </a:r>
            <a:endParaRPr u="sng"/>
          </a:p>
          <a:p>
            <a:r>
              <a:t>Conclusion based on 0.05 significance level.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2 –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15. Difference in Credit Scores by Geography</a:t>
            </a:r>
          </a:p>
          <a:p>
            <a:r>
              <a:t>p-value </a:t>
            </a:r>
            <a:r>
              <a:rPr/>
              <a:t>= </a:t>
            </a:r>
            <a:r>
              <a:rPr lang="en-US" u="sng" dirty="0" smtClean="0"/>
              <a:t>0.915066</a:t>
            </a:r>
            <a:r>
              <a:rPr lang="en-US" dirty="0" smtClean="0"/>
              <a:t> </a:t>
            </a:r>
            <a:endParaRPr/>
          </a:p>
          <a:p>
            <a:r>
              <a:t>Conclusion based on 0.05 significance level.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Final Conclusion – Research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16. Based on t-test results:</a:t>
            </a:r>
          </a:p>
          <a:p>
            <a:r>
              <a:t>Reject / Fail to Reject Null Hypothesis.</a:t>
            </a:r>
          </a:p>
          <a:p>
            <a:r>
              <a:t>Significant / Not Significant difference in earnings.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Final Conclusion – Research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17. Based on ANOVA results:</a:t>
            </a:r>
          </a:p>
          <a:p>
            <a:r>
              <a:t>Reject / Fail to Reject Null Hypothesis.</a:t>
            </a:r>
          </a:p>
          <a:p>
            <a:r>
              <a:t>Significant / Not Significant difference in credit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398</Words>
  <Application>Microsoft Macintosh PowerPoint</Application>
  <PresentationFormat>On-screen Show (4:3)</PresentationFormat>
  <Paragraphs>59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Customer Churn Analysis Assignment Submission</vt:lpstr>
      <vt:lpstr>Data Cleaning – Missing Values</vt:lpstr>
      <vt:lpstr>Data Cleaning – Inconsistent Balance</vt:lpstr>
      <vt:lpstr>Average Credit Score – Germany</vt:lpstr>
      <vt:lpstr>Average Balance – Male Customers (France)</vt:lpstr>
      <vt:lpstr>Churned Customers with Credit Card</vt:lpstr>
      <vt:lpstr>Customers Stayed – 3 Products</vt:lpstr>
      <vt:lpstr>Credit Score – Churned (Tenure = 1)</vt:lpstr>
      <vt:lpstr>Average Salary – Churned Customers</vt:lpstr>
      <vt:lpstr>Average Credit Score by Geography</vt:lpstr>
      <vt:lpstr>Average Balance by Gender &amp; Country</vt:lpstr>
      <vt:lpstr>Active vs Non‑Active Members (Credit Card)</vt:lpstr>
      <vt:lpstr>Churn Rate per Number of Products</vt:lpstr>
      <vt:lpstr>Credit Score vs Tenure &amp; Exit Status</vt:lpstr>
      <vt:lpstr>Research Question 1 – t-Test</vt:lpstr>
      <vt:lpstr>Research Question 2 – ANOVA</vt:lpstr>
      <vt:lpstr>Final Conclusion – Research Question 1</vt:lpstr>
      <vt:lpstr>Final Conclusion – Research Question 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Assignment Submission</dc:title>
  <dc:creator>Admin</dc:creator>
  <dc:description>generated using python-pptx</dc:description>
  <cp:lastModifiedBy>Admin</cp:lastModifiedBy>
  <cp:revision>3</cp:revision>
  <dcterms:created xsi:type="dcterms:W3CDTF">2013-01-27T09:14:16Z</dcterms:created>
  <dcterms:modified xsi:type="dcterms:W3CDTF">2026-02-11T19:46:31Z</dcterms:modified>
</cp:coreProperties>
</file>